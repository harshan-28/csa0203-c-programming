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73" r:id="rId2"/>
    <p:sldId id="280" r:id="rId3"/>
    <p:sldId id="256" r:id="rId4"/>
    <p:sldId id="283" r:id="rId5"/>
    <p:sldId id="286" r:id="rId6"/>
    <p:sldId id="287" r:id="rId7"/>
    <p:sldId id="284" r:id="rId8"/>
    <p:sldId id="27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AC3B9E-0E6D-4A08-B017-3F4C5F99B3AB}" v="5" dt="2026-08-31T21:28:46.4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69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27D69A-C6FA-4952-B3E7-2391EAD49940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C249FA-A15A-4E00-968B-58A92E320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0620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C249FA-A15A-4E00-968B-58A92E320B2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233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5D841-CB81-FEB0-74AF-40BE9D9D3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35CD09-D5BE-E859-8D5B-580BE11360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9D4416-A126-E7AF-AC6B-C4EB7AE405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B767FB-40F7-CBE7-430E-C820029AAF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639D1-B121-44D0-BD75-A7D2C023534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1197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7B14D-AA8B-37CD-B401-71C7EFE81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7AB6EC-9468-5CC2-7777-0EC44D60D8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0EC824-56FC-64F2-E313-EEC7D05B9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59C03-47D6-4C2A-9C5D-749E2661F183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8669C-6811-13B3-0B2E-6B877FFB0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7BAEF1-1545-24A3-E11A-A28D831C1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EE159-591E-4BA3-BF56-7D1D1DDC7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3604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2B53F-A195-3161-8AA9-291D35783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C1DDD-8CCB-0AD0-558C-918B09177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5CBDB8-DEC0-044A-3BAB-A752C5014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59C03-47D6-4C2A-9C5D-749E2661F183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F5404-DA4F-2684-1455-F0716E70C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616C2-9698-EC91-C286-59C8F5A49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EE159-591E-4BA3-BF56-7D1D1DDC7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1657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F2109-7274-276E-D837-E729CCF0C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5FB6F-82D9-BA02-9DED-D2E7D4056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CBD22-AA05-2E67-4F62-E7E84FF8F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59C03-47D6-4C2A-9C5D-749E2661F183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4FB3E-CF53-033F-7679-A6BA20EB8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E96C7-FFA9-210A-35A1-25BBBB93E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EE159-591E-4BA3-BF56-7D1D1DDC7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290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BB7EE-8A5C-5620-B63B-64D83BE94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FF4F3-5737-A697-F9CB-E56E01B244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F2532A-7E7F-64D9-5CB3-EAF282FCEA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0B70E1-D9D1-301E-6F9F-739E8F301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59C03-47D6-4C2A-9C5D-749E2661F183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5AF936-BD37-7CD9-75C1-76895BAEC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6BEE1C-7116-6AFE-45AE-8E0551ADE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EE159-591E-4BA3-BF56-7D1D1DDC7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383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4F094-275F-13F8-6E74-54080BF41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D83BC3-FCF1-02E5-1465-0DA79501D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F00AF0-8F3D-C35D-7D11-A1AF44195F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FA447A-A535-AE86-C6C9-0C3EDAC87D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73E679-706C-5819-0B58-51D99F9DAF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46EACF-8383-D06C-94C5-84A566AF9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59C03-47D6-4C2A-9C5D-749E2661F183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954DE1-D5B2-32C5-E6CB-2FFFE3555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8143F5-9217-9199-B949-049F64037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EE159-591E-4BA3-BF56-7D1D1DDC7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7487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71BDF-40D3-B9EA-B154-59C7E0B72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602DF3-3A6C-8130-EA55-7CEB07111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59C03-47D6-4C2A-9C5D-749E2661F183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AFC6D5-19D2-B847-D3B6-240AD8B93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1C67FD-F9B3-DD3D-0A02-5F348B0B4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EE159-591E-4BA3-BF56-7D1D1DDC7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8380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47EC7B-0D8F-90B3-9918-0296853A6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59C03-47D6-4C2A-9C5D-749E2661F183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4AF5CD-0569-F22A-8776-90099198C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1DA360-113D-0BC7-4255-68110832A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EE159-591E-4BA3-BF56-7D1D1DDC7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4703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453CE-D70E-E6DA-480C-C5E149E37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20A7E-A0BA-0D8D-0F0A-7B8B55AEC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63161F-F429-2DA4-9AC4-4F9EA9731B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6C573E-A254-DB57-3D84-D1797BEF5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59C03-47D6-4C2A-9C5D-749E2661F183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7A0176-1AC7-F219-6FAE-146A0D092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49E98D-37C5-A7B9-87CA-5B5898EF6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EE159-591E-4BA3-BF56-7D1D1DDC7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4592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EA4E5-2893-EB65-B3FC-2C39D3C05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C8F52F-8819-75E0-AACD-743F9DE4AE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240571-8120-3BD8-A0F7-0713A4C5AF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1AA19-ADB1-FAFB-2D4C-6B384A8B7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59C03-47D6-4C2A-9C5D-749E2661F183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440B7B-D6E4-5F99-EF3E-91C4DF048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140B7A-4400-5151-8EF2-C2FF2307D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EE159-591E-4BA3-BF56-7D1D1DDC7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6984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432E6-D032-92DE-3957-45675585C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02B10A-F42B-1804-C546-C1A04A6FE6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5569B-D554-3088-9CE3-7E64E2968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59C03-47D6-4C2A-9C5D-749E2661F183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DFEAF-33A8-19FA-0FDB-D4F032560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271065-17D2-F8AB-0413-EFE735B57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EE159-591E-4BA3-BF56-7D1D1DDC7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442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625A3C-DBEA-0EF9-09C2-DC12FF83C3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2F6B36-8662-EA7E-BD72-1ABF2CFD0D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7E7112-59BA-2C7F-0147-7EEF1A88F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59C03-47D6-4C2A-9C5D-749E2661F183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CEDB6-1D6F-9DA1-048E-82574ED41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3534A-C0CE-24DE-C81F-F7FF49BFE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EE159-591E-4BA3-BF56-7D1D1DDC7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771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2A44FA-E897-B472-CFC8-82730477E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3A51E5-5A21-9943-9F8F-856F3E15F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0E1FF2-E91A-EE97-B35D-3397671072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559C03-47D6-4C2A-9C5D-749E2661F183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1B18DA-E0EC-DBEC-C595-E30B468E43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EE748A-8F0D-4081-E1E2-4798C389C5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8EE159-591E-4BA3-BF56-7D1D1DDC7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786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21B61BA-AE98-4026-418C-2E4651DFC7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3626" y="412955"/>
            <a:ext cx="11533239" cy="6017343"/>
          </a:xfrm>
        </p:spPr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B0ABBF-21C4-891A-F872-2C88BC73AD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6349" y="136550"/>
            <a:ext cx="8722851" cy="146630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4EA682-4D08-A7C7-3ABA-FEDC180AEADA}"/>
              </a:ext>
            </a:extLst>
          </p:cNvPr>
          <p:cNvSpPr txBox="1"/>
          <p:nvPr/>
        </p:nvSpPr>
        <p:spPr>
          <a:xfrm>
            <a:off x="817006" y="2800680"/>
            <a:ext cx="93558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b="1" dirty="0">
              <a:latin typeface="Aptos Display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B0A139-12ED-5D3F-91E3-DCDA3557918C}"/>
              </a:ext>
            </a:extLst>
          </p:cNvPr>
          <p:cNvSpPr txBox="1"/>
          <p:nvPr/>
        </p:nvSpPr>
        <p:spPr>
          <a:xfrm>
            <a:off x="472041" y="1914057"/>
            <a:ext cx="107813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CSA0203 - C Programming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E55E55-F5B2-505E-636C-BE521F56EEB6}"/>
              </a:ext>
            </a:extLst>
          </p:cNvPr>
          <p:cNvSpPr txBox="1"/>
          <p:nvPr/>
        </p:nvSpPr>
        <p:spPr>
          <a:xfrm>
            <a:off x="7989005" y="4141524"/>
            <a:ext cx="39178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</a:p>
          <a:p>
            <a:pPr fontAlgn="b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192314004    ALBERIN JENO V</a:t>
            </a:r>
          </a:p>
          <a:p>
            <a:pPr fontAlgn="b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192412213    HARSHAN V</a:t>
            </a:r>
          </a:p>
          <a:p>
            <a:pPr fontAlgn="b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192412418    SUSHANTH 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CB5BB3A8-F3B4-D2BA-632D-6E6A0EC65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626" y="2580734"/>
            <a:ext cx="11533239" cy="1046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4000" b="1" dirty="0"/>
              <a:t>Smart Manufacturing Predictive Maintenance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1164012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E46C8-8FD5-2E34-184A-BF6F523A8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23411-0C78-AADB-86E3-978883A91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6818" y="898993"/>
            <a:ext cx="3413981" cy="492927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rgbClr val="0F4761"/>
                </a:solidFill>
                <a:latin typeface="Aptos Display" panose="020B0004020202020204" pitchFamily="34" charset="0"/>
              </a:rPr>
              <a:t>INTRODUCTION</a:t>
            </a:r>
            <a:endParaRPr lang="en-IN" sz="3600" b="1" dirty="0">
              <a:solidFill>
                <a:srgbClr val="0F4761"/>
              </a:solidFill>
              <a:latin typeface="Aptos Display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935905-4F47-8123-F49F-DD61E5627D6A}"/>
              </a:ext>
            </a:extLst>
          </p:cNvPr>
          <p:cNvSpPr/>
          <p:nvPr/>
        </p:nvSpPr>
        <p:spPr>
          <a:xfrm>
            <a:off x="1051412" y="588189"/>
            <a:ext cx="440814" cy="105288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8B7DA5-D23F-6FD4-AF6C-66644593F8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38370" cy="10478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CF6E668-5C36-E8E2-0EBC-0A759DDCAF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3630" y="0"/>
            <a:ext cx="1038370" cy="10600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11A1335-CB62-4074-F7EA-0F04B4590BB7}"/>
              </a:ext>
            </a:extLst>
          </p:cNvPr>
          <p:cNvSpPr txBox="1"/>
          <p:nvPr/>
        </p:nvSpPr>
        <p:spPr>
          <a:xfrm>
            <a:off x="943480" y="1890984"/>
            <a:ext cx="10805698" cy="420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Predictive maintenance</a:t>
            </a:r>
            <a:r>
              <a:rPr lang="en-IN" dirty="0"/>
              <a:t> uses machine sensor data to identify abnormal conditions before equipment failure occurs.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Smart manufacturing machines continuously generate </a:t>
            </a:r>
            <a:r>
              <a:rPr lang="en-IN" b="1" dirty="0"/>
              <a:t>temperature, vibration, pressure, and operating-time data</a:t>
            </a:r>
            <a:r>
              <a:rPr lang="en-IN" dirty="0"/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Monitoring these parameters helps detect </a:t>
            </a:r>
            <a:r>
              <a:rPr lang="en-IN" b="1" dirty="0"/>
              <a:t>early signs of machine degradation and possible faults</a:t>
            </a:r>
            <a:r>
              <a:rPr lang="en-IN" dirty="0"/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proposed system uses </a:t>
            </a:r>
            <a:r>
              <a:rPr lang="en-IN" b="1" dirty="0"/>
              <a:t>C programming</a:t>
            </a:r>
            <a:r>
              <a:rPr lang="en-IN" dirty="0"/>
              <a:t> to collect, process, </a:t>
            </a:r>
            <a:r>
              <a:rPr lang="en-IN" dirty="0" err="1"/>
              <a:t>analyze</a:t>
            </a:r>
            <a:r>
              <a:rPr lang="en-IN" dirty="0"/>
              <a:t>, and store machine sensor data.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Mutexes, dynamic memory, pointers, recursion, file handling, and IPC</a:t>
            </a:r>
            <a:r>
              <a:rPr lang="en-IN" dirty="0"/>
              <a:t> are integrated to build a reliable monitoring system.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system generates an </a:t>
            </a:r>
            <a:r>
              <a:rPr lang="en-IN" b="1" dirty="0"/>
              <a:t>emergency maintenance alert when temperature and vibration simultaneously exceed their safety thresholds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243570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pageCurlDouble"/>
      </p:transition>
    </mc:Choice>
    <mc:Fallback xmlns="">
      <p:transition spd="slow" advClick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5A84A8-7801-8AF0-EF95-F51FEA0E9CB9}"/>
              </a:ext>
            </a:extLst>
          </p:cNvPr>
          <p:cNvSpPr txBox="1"/>
          <p:nvPr/>
        </p:nvSpPr>
        <p:spPr>
          <a:xfrm>
            <a:off x="2444463" y="286027"/>
            <a:ext cx="51447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0F4761"/>
                </a:solidFill>
                <a:latin typeface="Aptos Display" panose="020B0004020202020204" pitchFamily="34" charset="0"/>
              </a:rPr>
              <a:t>PROBLEM STATEMENT</a:t>
            </a:r>
            <a:endParaRPr lang="en-IN" sz="4000" b="1" dirty="0">
              <a:latin typeface="Arial Black" panose="020B0A040201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34464CF-C280-EC96-DBC4-3E5EB2CB4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38370" cy="10478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445B60B-BEE1-293C-C3B6-E9F9792CAE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3630" y="0"/>
            <a:ext cx="1038370" cy="106000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FB1A0F9-8C95-9A6E-1721-F4516970D15A}"/>
              </a:ext>
            </a:extLst>
          </p:cNvPr>
          <p:cNvSpPr/>
          <p:nvPr/>
        </p:nvSpPr>
        <p:spPr>
          <a:xfrm>
            <a:off x="1703668" y="119270"/>
            <a:ext cx="478325" cy="94603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CB59C8-88FA-C614-EF4F-03DC1ABCE6C4}"/>
              </a:ext>
            </a:extLst>
          </p:cNvPr>
          <p:cNvSpPr txBox="1"/>
          <p:nvPr/>
        </p:nvSpPr>
        <p:spPr>
          <a:xfrm>
            <a:off x="1703668" y="1961903"/>
            <a:ext cx="8908930" cy="337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Monitoring hundreds of machines manually is difficult and time-consuming.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Sudden machine failures can cause production delays and financial losses.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system identifies abnormal sensor readings using configurable thresholds.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Temperature and vibration are checked simultaneously</a:t>
            </a:r>
            <a:r>
              <a:rPr lang="en-IN" dirty="0"/>
              <a:t> for emergency conditions.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Mutexes ensure safe access to shared machine-status data.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IPC transfers critical alerts from sensor processing to the alert module.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An </a:t>
            </a:r>
            <a:r>
              <a:rPr lang="en-IN" b="1" dirty="0"/>
              <a:t>emergency maintenance notification</a:t>
            </a:r>
            <a:r>
              <a:rPr lang="en-IN" dirty="0"/>
              <a:t> is generated when both thresholds are exceeded.</a:t>
            </a:r>
          </a:p>
        </p:txBody>
      </p:sp>
    </p:spTree>
    <p:extLst>
      <p:ext uri="{BB962C8B-B14F-4D97-AF65-F5344CB8AC3E}">
        <p14:creationId xmlns:p14="http://schemas.microsoft.com/office/powerpoint/2010/main" val="23348972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pageCurlDouble"/>
      </p:transition>
    </mc:Choice>
    <mc:Fallback xmlns="">
      <p:transition spd="slow" advClick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E8435-9FA5-9391-9733-61465ECA9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B694BFE-80A1-FBAA-9346-9CA63CE64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38370" cy="10478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22275E-7BFD-66C2-343A-F49C088C83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3630" y="0"/>
            <a:ext cx="1038370" cy="106000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8A21CF7-DC74-2065-C96D-6D03FB725C2D}"/>
              </a:ext>
            </a:extLst>
          </p:cNvPr>
          <p:cNvSpPr/>
          <p:nvPr/>
        </p:nvSpPr>
        <p:spPr>
          <a:xfrm>
            <a:off x="1703668" y="119270"/>
            <a:ext cx="478325" cy="94603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4394C2-F7F8-5701-2C7D-B19AAA61CBA0}"/>
              </a:ext>
            </a:extLst>
          </p:cNvPr>
          <p:cNvSpPr txBox="1"/>
          <p:nvPr/>
        </p:nvSpPr>
        <p:spPr>
          <a:xfrm>
            <a:off x="3039088" y="191330"/>
            <a:ext cx="55919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0F4761"/>
                </a:solidFill>
                <a:latin typeface="Aptos Display" panose="020B0004020202020204" pitchFamily="34" charset="0"/>
              </a:rPr>
              <a:t>SYSTEM ARCHITECTURE</a:t>
            </a:r>
            <a:endParaRPr lang="en-IN" sz="4000" b="1" dirty="0">
              <a:latin typeface="Arial Black" panose="020B0A040201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2CFB6C-2837-1C3D-CCDF-B1D48221F2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8685" y="1060002"/>
            <a:ext cx="7689715" cy="502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5975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pageCurlDouble"/>
      </p:transition>
    </mc:Choice>
    <mc:Fallback xmlns="">
      <p:transition spd="slow" advClick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BF35E-8226-3330-85C9-338D01F2D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460E59B-B5AD-9C01-F64F-2ADDCE317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38370" cy="10478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23E387-12CE-0571-615F-B15D0A61C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3630" y="0"/>
            <a:ext cx="1038370" cy="106000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67085EE-1478-3128-78BC-286E5958ED1C}"/>
              </a:ext>
            </a:extLst>
          </p:cNvPr>
          <p:cNvSpPr/>
          <p:nvPr/>
        </p:nvSpPr>
        <p:spPr>
          <a:xfrm>
            <a:off x="1703668" y="119270"/>
            <a:ext cx="478325" cy="94603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226CA8-B92E-2C65-D6E3-4F7B08E753B7}"/>
              </a:ext>
            </a:extLst>
          </p:cNvPr>
          <p:cNvSpPr txBox="1"/>
          <p:nvPr/>
        </p:nvSpPr>
        <p:spPr>
          <a:xfrm>
            <a:off x="3039088" y="191330"/>
            <a:ext cx="55919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0F4761"/>
                </a:solidFill>
                <a:latin typeface="Aptos Display" panose="020B0004020202020204" pitchFamily="34" charset="0"/>
              </a:rPr>
              <a:t>SYSTEM ARCHITECTURE</a:t>
            </a:r>
            <a:endParaRPr lang="en-IN" sz="4000" b="1" dirty="0">
              <a:latin typeface="Arial Black" panose="020B0A040201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9B70A5-C8A2-8FCF-06EE-B4F825EC45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415" y="1686129"/>
            <a:ext cx="5591915" cy="41938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367F27-396C-B593-278A-E0F476944F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6275" y="1113173"/>
            <a:ext cx="5163167" cy="5553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1298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pageCurlDouble"/>
      </p:transition>
    </mc:Choice>
    <mc:Fallback xmlns="">
      <p:transition spd="slow" advClick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1D992-B772-01E0-34F5-C524D3F9B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C4434A3-6318-E882-4E6E-65272F0BA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38370" cy="10478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EF1E51-CE84-DDAC-9335-35796298F7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3630" y="0"/>
            <a:ext cx="1038370" cy="106000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FCB8961-63BA-EA30-FA7F-24346CF997D3}"/>
              </a:ext>
            </a:extLst>
          </p:cNvPr>
          <p:cNvSpPr/>
          <p:nvPr/>
        </p:nvSpPr>
        <p:spPr>
          <a:xfrm>
            <a:off x="1703668" y="119270"/>
            <a:ext cx="478325" cy="94603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C40ABB-50E8-5776-F5AC-CBB29A94BE3E}"/>
              </a:ext>
            </a:extLst>
          </p:cNvPr>
          <p:cNvSpPr txBox="1"/>
          <p:nvPr/>
        </p:nvSpPr>
        <p:spPr>
          <a:xfrm>
            <a:off x="3039088" y="191330"/>
            <a:ext cx="55919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0F4761"/>
                </a:solidFill>
                <a:latin typeface="Aptos Display" panose="020B0004020202020204" pitchFamily="34" charset="0"/>
              </a:rPr>
              <a:t>SYSTEM ARCHITECTURE</a:t>
            </a:r>
            <a:endParaRPr lang="en-IN" sz="4000" b="1" dirty="0">
              <a:latin typeface="Arial Black" panose="020B0A040201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11B9B4-2292-7F3B-8C1A-F2338BC6D0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8094" y="1591202"/>
            <a:ext cx="7700139" cy="438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1233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pageCurlDouble"/>
      </p:transition>
    </mc:Choice>
    <mc:Fallback xmlns="">
      <p:transition spd="slow" advClick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17A6BCE-F914-18D8-372C-B5836DA34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38370" cy="104789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DC23700-3931-E329-7C3C-03E484988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3630" y="0"/>
            <a:ext cx="1038370" cy="106000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9678179-DA0F-E6DC-B75E-71481DA7C2F2}"/>
              </a:ext>
            </a:extLst>
          </p:cNvPr>
          <p:cNvSpPr/>
          <p:nvPr/>
        </p:nvSpPr>
        <p:spPr>
          <a:xfrm>
            <a:off x="1703668" y="119270"/>
            <a:ext cx="478325" cy="94603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0712C8-4F29-0FAB-7CC8-FEC52D92E4F6}"/>
              </a:ext>
            </a:extLst>
          </p:cNvPr>
          <p:cNvSpPr txBox="1"/>
          <p:nvPr/>
        </p:nvSpPr>
        <p:spPr>
          <a:xfrm>
            <a:off x="4066288" y="452305"/>
            <a:ext cx="33263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0F4761"/>
                </a:solidFill>
                <a:latin typeface="Aptos Display" panose="020B0004020202020204" pitchFamily="34" charset="0"/>
              </a:rPr>
              <a:t>CONCLUSION</a:t>
            </a:r>
            <a:endParaRPr lang="en-IN" sz="4000" b="1" dirty="0"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37BE9B-8320-3868-7C90-7E9188715A6E}"/>
              </a:ext>
            </a:extLst>
          </p:cNvPr>
          <p:cNvSpPr txBox="1"/>
          <p:nvPr/>
        </p:nvSpPr>
        <p:spPr>
          <a:xfrm>
            <a:off x="1745052" y="1693531"/>
            <a:ext cx="8701896" cy="420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Developed a </a:t>
            </a:r>
            <a:r>
              <a:rPr lang="en-IN" b="1" dirty="0"/>
              <a:t>C-based Predictive Maintenance System</a:t>
            </a:r>
            <a:r>
              <a:rPr lang="en-IN" dirty="0"/>
              <a:t> for smart manufacturing.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Enables real-time monitoring of </a:t>
            </a:r>
            <a:r>
              <a:rPr lang="en-IN" b="1" dirty="0"/>
              <a:t>temperature, vibration, pressure, and operating time</a:t>
            </a:r>
            <a:r>
              <a:rPr lang="en-IN" dirty="0"/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Uses </a:t>
            </a:r>
            <a:r>
              <a:rPr lang="en-IN" b="1" dirty="0"/>
              <a:t>dynamic memory, pointers, functions, recursion, </a:t>
            </a:r>
            <a:r>
              <a:rPr lang="en-IN" b="1" dirty="0" err="1"/>
              <a:t>pthreads</a:t>
            </a:r>
            <a:r>
              <a:rPr lang="en-IN" b="1" dirty="0"/>
              <a:t>, and mutexes</a:t>
            </a:r>
            <a:r>
              <a:rPr lang="en-IN" dirty="0"/>
              <a:t> effectively.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IPC</a:t>
            </a:r>
            <a:r>
              <a:rPr lang="en-IN" dirty="0"/>
              <a:t> enables reliable communication between sensor processing and alert generation.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Historical sensor readings and maintenance alerts are stored for future analysis.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Successfully detects the critical condition where </a:t>
            </a:r>
            <a:r>
              <a:rPr lang="en-IN" b="1" dirty="0"/>
              <a:t>temperature and vibration simultaneously exceed thresholds</a:t>
            </a:r>
            <a:r>
              <a:rPr lang="en-IN" dirty="0"/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Helps reduce </a:t>
            </a:r>
            <a:r>
              <a:rPr lang="en-IN" b="1" dirty="0"/>
              <a:t>unexpected machine failures, downtime, and maintenance costs</a:t>
            </a:r>
            <a:r>
              <a:rPr lang="en-IN" dirty="0"/>
              <a:t> through early detection. </a:t>
            </a:r>
          </a:p>
        </p:txBody>
      </p:sp>
    </p:spTree>
    <p:extLst>
      <p:ext uri="{BB962C8B-B14F-4D97-AF65-F5344CB8AC3E}">
        <p14:creationId xmlns:p14="http://schemas.microsoft.com/office/powerpoint/2010/main" val="1393440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DCED836-7189-E597-82B9-36C5BEA2C950}"/>
              </a:ext>
            </a:extLst>
          </p:cNvPr>
          <p:cNvSpPr txBox="1"/>
          <p:nvPr/>
        </p:nvSpPr>
        <p:spPr>
          <a:xfrm>
            <a:off x="1807879" y="4767945"/>
            <a:ext cx="87847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600" b="1" spc="600" dirty="0">
                <a:solidFill>
                  <a:schemeClr val="bg1"/>
                </a:solidFill>
                <a:latin typeface="Agency FB" panose="020B0503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EVERYONE FOR YOUR PATIENCE</a:t>
            </a:r>
            <a:endParaRPr lang="en-IN" sz="3600" b="1" spc="600" dirty="0">
              <a:solidFill>
                <a:schemeClr val="bg1"/>
              </a:solidFill>
              <a:latin typeface="Agency FB" panose="020B0503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C8634B-A800-6699-B827-76BC68E52592}"/>
              </a:ext>
            </a:extLst>
          </p:cNvPr>
          <p:cNvSpPr/>
          <p:nvPr/>
        </p:nvSpPr>
        <p:spPr>
          <a:xfrm>
            <a:off x="12213431" y="1498601"/>
            <a:ext cx="177800" cy="440494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4C4DFB-E95C-BEAB-B463-4ADF989B7CBE}"/>
              </a:ext>
            </a:extLst>
          </p:cNvPr>
          <p:cNvSpPr txBox="1"/>
          <p:nvPr/>
        </p:nvSpPr>
        <p:spPr>
          <a:xfrm>
            <a:off x="1974699" y="2268185"/>
            <a:ext cx="891183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33371857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623</TotalTime>
  <Words>308</Words>
  <Application>Microsoft Office PowerPoint</Application>
  <PresentationFormat>Widescreen</PresentationFormat>
  <Paragraphs>37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Agency FB</vt:lpstr>
      <vt:lpstr>Aptos Display</vt:lpstr>
      <vt:lpstr>Arial</vt:lpstr>
      <vt:lpstr>Arial Black</vt:lpstr>
      <vt:lpstr>Calibri</vt:lpstr>
      <vt:lpstr>Calibri Light</vt:lpstr>
      <vt:lpstr>Times New Roman</vt:lpstr>
      <vt:lpstr>Office Theme</vt:lpstr>
      <vt:lpstr>PowerPoint Presentation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THARUN ELAVAZHAGAN</dc:creator>
  <cp:lastModifiedBy>Harshan V</cp:lastModifiedBy>
  <cp:revision>15</cp:revision>
  <dcterms:created xsi:type="dcterms:W3CDTF">2026-02-13T13:51:50Z</dcterms:created>
  <dcterms:modified xsi:type="dcterms:W3CDTF">2026-09-03T08:37:19Z</dcterms:modified>
</cp:coreProperties>
</file>